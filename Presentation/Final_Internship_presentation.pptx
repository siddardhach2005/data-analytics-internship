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1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CFA36484-9E81-462B-9766-581C37D912FE}">
          <p14:sldIdLst>
            <p14:sldId id="256"/>
            <p14:sldId id="257"/>
            <p14:sldId id="258"/>
            <p14:sldId id="259"/>
            <p14:sldId id="260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4CCBF53-F53D-40CF-A188-1706D91CB4DB}" v="3" dt="2026-06-16T06:55:49.64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91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ddardha Ch" userId="9211a8fce4d65ef0" providerId="LiveId" clId="{DD99E4A6-6BC8-4D4A-B6AD-2F7F8803CA3F}"/>
    <pc:docChg chg="modSld">
      <pc:chgData name="Siddardha Ch" userId="9211a8fce4d65ef0" providerId="LiveId" clId="{DD99E4A6-6BC8-4D4A-B6AD-2F7F8803CA3F}" dt="2026-06-16T06:56:15.898" v="51" actId="1076"/>
      <pc:docMkLst>
        <pc:docMk/>
      </pc:docMkLst>
      <pc:sldChg chg="modSp mod">
        <pc:chgData name="Siddardha Ch" userId="9211a8fce4d65ef0" providerId="LiveId" clId="{DD99E4A6-6BC8-4D4A-B6AD-2F7F8803CA3F}" dt="2026-06-16T06:56:15.898" v="51" actId="1076"/>
        <pc:sldMkLst>
          <pc:docMk/>
          <pc:sldMk cId="2294353416" sldId="256"/>
        </pc:sldMkLst>
        <pc:spChg chg="mod">
          <ac:chgData name="Siddardha Ch" userId="9211a8fce4d65ef0" providerId="LiveId" clId="{DD99E4A6-6BC8-4D4A-B6AD-2F7F8803CA3F}" dt="2026-06-16T06:56:15.898" v="51" actId="1076"/>
          <ac:spMkLst>
            <pc:docMk/>
            <pc:sldMk cId="2294353416" sldId="256"/>
            <ac:spMk id="6" creationId="{2417B251-80DC-4D50-776F-DB22FF70CF2C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029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4918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0555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174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14634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55438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40835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7570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042B0DB6-F5C7-45FB-8CF3-31B45F9C2DAC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1181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6402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95242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smtClean="0"/>
              <a:t>6/16/2026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338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2" r:id="rId1"/>
    <p:sldLayoutId id="2147483873" r:id="rId2"/>
    <p:sldLayoutId id="2147483874" r:id="rId3"/>
    <p:sldLayoutId id="2147483875" r:id="rId4"/>
    <p:sldLayoutId id="2147483876" r:id="rId5"/>
    <p:sldLayoutId id="2147483877" r:id="rId6"/>
    <p:sldLayoutId id="2147483878" r:id="rId7"/>
    <p:sldLayoutId id="2147483879" r:id="rId8"/>
    <p:sldLayoutId id="2147483880" r:id="rId9"/>
    <p:sldLayoutId id="2147483881" r:id="rId10"/>
    <p:sldLayoutId id="214748388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8AD5DAA-294B-050F-EF44-C6CD8640934D}"/>
              </a:ext>
            </a:extLst>
          </p:cNvPr>
          <p:cNvSpPr txBox="1"/>
          <p:nvPr/>
        </p:nvSpPr>
        <p:spPr>
          <a:xfrm>
            <a:off x="1435511" y="2389239"/>
            <a:ext cx="9615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DATA ANALYTICS INTERNSHIP PORTFOLIO</a:t>
            </a:r>
            <a:endParaRPr lang="en-IN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1EF995-03D0-D5C3-DCE4-235EE740E3CA}"/>
              </a:ext>
            </a:extLst>
          </p:cNvPr>
          <p:cNvSpPr txBox="1"/>
          <p:nvPr/>
        </p:nvSpPr>
        <p:spPr>
          <a:xfrm>
            <a:off x="7187381" y="5122606"/>
            <a:ext cx="4866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APEX PLANET SOFTWARE PVT.LTD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17B251-80DC-4D50-776F-DB22FF70CF2C}"/>
              </a:ext>
            </a:extLst>
          </p:cNvPr>
          <p:cNvSpPr txBox="1"/>
          <p:nvPr/>
        </p:nvSpPr>
        <p:spPr>
          <a:xfrm>
            <a:off x="7492180" y="5701183"/>
            <a:ext cx="4257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Siddardha </a:t>
            </a:r>
            <a:r>
              <a:rPr lang="en-US" dirty="0" err="1"/>
              <a:t>Chennamsetti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4353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4489C-4951-39C7-D30C-2846168CE8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333A71A-93A7-44A7-F4AC-FBD650075E1E}"/>
              </a:ext>
            </a:extLst>
          </p:cNvPr>
          <p:cNvSpPr txBox="1"/>
          <p:nvPr/>
        </p:nvSpPr>
        <p:spPr>
          <a:xfrm>
            <a:off x="609600" y="442452"/>
            <a:ext cx="383458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INTERNSHIP  OVERVIEW :</a:t>
            </a:r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33E6F0A-0B41-30EB-FE64-EFF6DD1B98B8}"/>
              </a:ext>
            </a:extLst>
          </p:cNvPr>
          <p:cNvSpPr txBox="1"/>
          <p:nvPr/>
        </p:nvSpPr>
        <p:spPr>
          <a:xfrm>
            <a:off x="707923" y="1656954"/>
            <a:ext cx="1090397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internship focused on developing essential analytical skills including </a:t>
            </a:r>
            <a:r>
              <a:rPr lang="en-US" b="1" dirty="0"/>
              <a:t>data preprocessing, exploratory data analysis, dashboard development, statistical testing, and data storytelling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Throughout the internship, I completed multiple tasks that involved working with real datasets, identifying business problems, performing detailed data analysis, and presenting insights that support </a:t>
            </a:r>
            <a:r>
              <a:rPr lang="en-US" b="1" dirty="0"/>
              <a:t>data-driven decision making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projects covered different stages of the analytics pipeline, including:</a:t>
            </a:r>
            <a:br>
              <a:rPr lang="en-US" dirty="0"/>
            </a:br>
            <a:endParaRPr lang="en-US" dirty="0"/>
          </a:p>
          <a:p>
            <a:r>
              <a:rPr lang="en-US" dirty="0"/>
              <a:t>• </a:t>
            </a:r>
            <a:r>
              <a:rPr lang="en-US" b="1" dirty="0"/>
              <a:t>Data Cleaning &amp; Preparation</a:t>
            </a:r>
            <a:r>
              <a:rPr lang="en-US" dirty="0"/>
              <a:t> – Preparing raw datasets for analysis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Exploratory Data Analysis (EDA)</a:t>
            </a:r>
            <a:r>
              <a:rPr lang="en-US" dirty="0"/>
              <a:t> – Discovering patterns and trends in data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Business Intelligence &amp; Dashboarding</a:t>
            </a:r>
            <a:r>
              <a:rPr lang="en-US" dirty="0"/>
              <a:t> – Visualizing insights using Power BI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Statistical Analysis &amp; A/B Testing</a:t>
            </a:r>
            <a:r>
              <a:rPr lang="en-US" dirty="0"/>
              <a:t> – Validating business experiments using hypothesis testing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Data Storytelling</a:t>
            </a:r>
            <a:r>
              <a:rPr lang="en-US" dirty="0"/>
              <a:t> – Communicating analytical insights in a clear and structured manner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13411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13D02-A901-D2EC-42D0-82140ECEE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720CF6E-B13E-B447-900A-EE7B561604B4}"/>
              </a:ext>
            </a:extLst>
          </p:cNvPr>
          <p:cNvSpPr txBox="1"/>
          <p:nvPr/>
        </p:nvSpPr>
        <p:spPr>
          <a:xfrm>
            <a:off x="265471" y="216310"/>
            <a:ext cx="3588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Task – 1 Summary :</a:t>
            </a:r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093262-84A0-4B42-B506-340EEE8CEF59}"/>
              </a:ext>
            </a:extLst>
          </p:cNvPr>
          <p:cNvSpPr txBox="1"/>
          <p:nvPr/>
        </p:nvSpPr>
        <p:spPr>
          <a:xfrm>
            <a:off x="3854245" y="806245"/>
            <a:ext cx="28808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Data Cleaning &amp; analysis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F42358-31D5-F2D3-3722-554ED6360FBB}"/>
              </a:ext>
            </a:extLst>
          </p:cNvPr>
          <p:cNvSpPr txBox="1"/>
          <p:nvPr/>
        </p:nvSpPr>
        <p:spPr>
          <a:xfrm>
            <a:off x="442452" y="1361108"/>
            <a:ext cx="1108095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📌 </a:t>
            </a:r>
            <a:r>
              <a:rPr lang="en-IN" b="1" dirty="0"/>
              <a:t>Objective</a:t>
            </a:r>
            <a:br>
              <a:rPr lang="en-IN" b="1" dirty="0"/>
            </a:br>
            <a:endParaRPr lang="en-IN" dirty="0"/>
          </a:p>
          <a:p>
            <a:r>
              <a:rPr lang="en-IN" dirty="0"/>
              <a:t>Perform data preprocessing and prepare datasets for analysis.</a:t>
            </a:r>
            <a:br>
              <a:rPr lang="en-IN" dirty="0"/>
            </a:br>
            <a:endParaRPr lang="en-IN" dirty="0"/>
          </a:p>
          <a:p>
            <a:r>
              <a:rPr lang="en-IN" dirty="0"/>
              <a:t>📌 </a:t>
            </a:r>
            <a:r>
              <a:rPr lang="en-IN" b="1" dirty="0"/>
              <a:t>Key Work</a:t>
            </a:r>
            <a:br>
              <a:rPr lang="en-IN" b="1" dirty="0"/>
            </a:br>
            <a:endParaRPr lang="en-IN" dirty="0"/>
          </a:p>
          <a:p>
            <a:r>
              <a:rPr lang="en-IN" dirty="0"/>
              <a:t>- Data cleaning using Python</a:t>
            </a:r>
          </a:p>
          <a:p>
            <a:r>
              <a:rPr lang="en-IN" dirty="0"/>
              <a:t>- Handling missing values</a:t>
            </a:r>
          </a:p>
          <a:p>
            <a:r>
              <a:rPr lang="en-IN" dirty="0"/>
              <a:t>- Data transformation</a:t>
            </a:r>
          </a:p>
          <a:p>
            <a:r>
              <a:rPr lang="en-IN" dirty="0"/>
              <a:t>- Initial exploratory insights</a:t>
            </a:r>
            <a:br>
              <a:rPr lang="en-IN" dirty="0"/>
            </a:br>
            <a:endParaRPr lang="en-IN" dirty="0"/>
          </a:p>
          <a:p>
            <a:r>
              <a:rPr lang="en-IN" dirty="0"/>
              <a:t>📌 </a:t>
            </a:r>
            <a:r>
              <a:rPr lang="en-IN" b="1" dirty="0"/>
              <a:t>Tools Used</a:t>
            </a:r>
            <a:br>
              <a:rPr lang="en-IN" b="1" dirty="0"/>
            </a:br>
            <a:endParaRPr lang="en-IN" dirty="0"/>
          </a:p>
          <a:p>
            <a:r>
              <a:rPr lang="en-IN" dirty="0"/>
              <a:t>Python • Pandas • </a:t>
            </a:r>
            <a:r>
              <a:rPr lang="en-IN" dirty="0" err="1"/>
              <a:t>Jupyter</a:t>
            </a:r>
            <a:r>
              <a:rPr lang="en-IN" dirty="0"/>
              <a:t> Notebook</a:t>
            </a:r>
          </a:p>
        </p:txBody>
      </p:sp>
    </p:spTree>
    <p:extLst>
      <p:ext uri="{BB962C8B-B14F-4D97-AF65-F5344CB8AC3E}">
        <p14:creationId xmlns:p14="http://schemas.microsoft.com/office/powerpoint/2010/main" val="780600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45233-9882-FDE0-904A-B4DBF52A3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F63397-986A-4901-DC14-3302949B830E}"/>
              </a:ext>
            </a:extLst>
          </p:cNvPr>
          <p:cNvSpPr txBox="1"/>
          <p:nvPr/>
        </p:nvSpPr>
        <p:spPr>
          <a:xfrm>
            <a:off x="265471" y="216310"/>
            <a:ext cx="3588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Task – 2 Summary :</a:t>
            </a:r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16B109-8A3B-5A27-2F4A-86319036A21B}"/>
              </a:ext>
            </a:extLst>
          </p:cNvPr>
          <p:cNvSpPr txBox="1"/>
          <p:nvPr/>
        </p:nvSpPr>
        <p:spPr>
          <a:xfrm>
            <a:off x="2949677" y="786581"/>
            <a:ext cx="5191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Exploratory Data Analysis &amp; Business Intelligence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9BC5E4-D835-4AD1-7442-C59B5EC44711}"/>
              </a:ext>
            </a:extLst>
          </p:cNvPr>
          <p:cNvSpPr txBox="1"/>
          <p:nvPr/>
        </p:nvSpPr>
        <p:spPr>
          <a:xfrm>
            <a:off x="432619" y="1892050"/>
            <a:ext cx="1108095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📌 </a:t>
            </a:r>
            <a:r>
              <a:rPr lang="en-IN" b="1" dirty="0"/>
              <a:t>Objective</a:t>
            </a:r>
            <a:br>
              <a:rPr lang="en-IN" b="1" dirty="0"/>
            </a:br>
            <a:endParaRPr lang="en-IN" dirty="0"/>
          </a:p>
          <a:p>
            <a:r>
              <a:rPr lang="en-US" dirty="0"/>
              <a:t>Analyze the </a:t>
            </a:r>
            <a:r>
              <a:rPr lang="en-US" b="1" dirty="0"/>
              <a:t>Walmart Retail Sales Dataset</a:t>
            </a:r>
            <a:r>
              <a:rPr lang="en-US" dirty="0"/>
              <a:t> to uncover business insights</a:t>
            </a:r>
            <a:r>
              <a:rPr lang="en-IN" dirty="0"/>
              <a:t>.</a:t>
            </a:r>
            <a:br>
              <a:rPr lang="en-IN" dirty="0"/>
            </a:br>
            <a:endParaRPr lang="en-IN" dirty="0"/>
          </a:p>
          <a:p>
            <a:r>
              <a:rPr lang="en-IN" dirty="0"/>
              <a:t>📌 </a:t>
            </a:r>
            <a:r>
              <a:rPr lang="en-IN" b="1" dirty="0"/>
              <a:t>Key Work</a:t>
            </a:r>
            <a:br>
              <a:rPr lang="en-IN" b="1" dirty="0"/>
            </a:br>
            <a:endParaRPr lang="en-IN" dirty="0"/>
          </a:p>
          <a:p>
            <a:r>
              <a:rPr lang="en-IN" dirty="0"/>
              <a:t>- Exploratory Data Analysis (EDA)</a:t>
            </a:r>
          </a:p>
          <a:p>
            <a:r>
              <a:rPr lang="en-IN" dirty="0"/>
              <a:t>- SQL business queries</a:t>
            </a:r>
          </a:p>
          <a:p>
            <a:r>
              <a:rPr lang="en-IN" dirty="0"/>
              <a:t>- Multivariate analysis</a:t>
            </a:r>
          </a:p>
          <a:p>
            <a:r>
              <a:rPr lang="en-IN" dirty="0"/>
              <a:t>- Data visualization</a:t>
            </a:r>
            <a:br>
              <a:rPr lang="en-IN" dirty="0"/>
            </a:br>
            <a:endParaRPr lang="en-IN" dirty="0"/>
          </a:p>
          <a:p>
            <a:r>
              <a:rPr lang="en-IN" dirty="0"/>
              <a:t>📌 </a:t>
            </a:r>
            <a:r>
              <a:rPr lang="en-IN" b="1" dirty="0"/>
              <a:t>Tools Used</a:t>
            </a:r>
            <a:br>
              <a:rPr lang="en-IN" b="1" dirty="0"/>
            </a:br>
            <a:endParaRPr lang="en-IN" dirty="0"/>
          </a:p>
          <a:p>
            <a:r>
              <a:rPr lang="en-IN" dirty="0"/>
              <a:t>Python • Pandas • SQL • Matplotlib • Seaborn</a:t>
            </a:r>
          </a:p>
        </p:txBody>
      </p:sp>
    </p:spTree>
    <p:extLst>
      <p:ext uri="{BB962C8B-B14F-4D97-AF65-F5344CB8AC3E}">
        <p14:creationId xmlns:p14="http://schemas.microsoft.com/office/powerpoint/2010/main" val="9022113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F6B3E-C3BB-B341-617E-266B8220B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50FF2-FD69-9CE6-AA06-967885108B5B}"/>
              </a:ext>
            </a:extLst>
          </p:cNvPr>
          <p:cNvSpPr txBox="1"/>
          <p:nvPr/>
        </p:nvSpPr>
        <p:spPr>
          <a:xfrm>
            <a:off x="265471" y="216310"/>
            <a:ext cx="3588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Task – 3 Summary :</a:t>
            </a:r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6AA251-3079-89B1-2A2F-B3CC7A0B45E2}"/>
              </a:ext>
            </a:extLst>
          </p:cNvPr>
          <p:cNvSpPr txBox="1"/>
          <p:nvPr/>
        </p:nvSpPr>
        <p:spPr>
          <a:xfrm>
            <a:off x="2949677" y="786581"/>
            <a:ext cx="5191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Deep Dive Analysis &amp; Interactive Dashboard</a:t>
            </a:r>
            <a:endParaRPr lang="en-IN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2F3F0E-86C5-2AEE-47A7-A9A33ADA49BF}"/>
              </a:ext>
            </a:extLst>
          </p:cNvPr>
          <p:cNvSpPr txBox="1"/>
          <p:nvPr/>
        </p:nvSpPr>
        <p:spPr>
          <a:xfrm>
            <a:off x="432619" y="1892050"/>
            <a:ext cx="1108095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📌 </a:t>
            </a:r>
            <a:r>
              <a:rPr lang="en-IN" b="1" dirty="0"/>
              <a:t>Objective</a:t>
            </a:r>
            <a:br>
              <a:rPr lang="en-IN" b="1" dirty="0"/>
            </a:br>
            <a:endParaRPr lang="en-IN" dirty="0"/>
          </a:p>
          <a:p>
            <a:r>
              <a:rPr lang="en-US" dirty="0"/>
              <a:t>Perform advanced analysis on the </a:t>
            </a:r>
            <a:r>
              <a:rPr lang="en-US" b="1" dirty="0" err="1"/>
              <a:t>Olist</a:t>
            </a:r>
            <a:r>
              <a:rPr lang="en-US" b="1" dirty="0"/>
              <a:t> E-Commerce Dataset</a:t>
            </a:r>
            <a:r>
              <a:rPr lang="en-US" dirty="0"/>
              <a:t> and create an interactive dashboard</a:t>
            </a:r>
            <a:r>
              <a:rPr lang="en-IN" dirty="0"/>
              <a:t>.</a:t>
            </a:r>
            <a:br>
              <a:rPr lang="en-IN" dirty="0"/>
            </a:br>
            <a:endParaRPr lang="en-IN" dirty="0"/>
          </a:p>
          <a:p>
            <a:r>
              <a:rPr lang="en-IN" dirty="0"/>
              <a:t>📌 </a:t>
            </a:r>
            <a:r>
              <a:rPr lang="en-IN" b="1" dirty="0"/>
              <a:t>Key Work</a:t>
            </a:r>
            <a:br>
              <a:rPr lang="en-IN" b="1" dirty="0"/>
            </a:br>
            <a:endParaRPr lang="en-IN" dirty="0"/>
          </a:p>
          <a:p>
            <a:r>
              <a:rPr lang="en-IN" dirty="0"/>
              <a:t>- Data merging and preprocessing</a:t>
            </a:r>
          </a:p>
          <a:p>
            <a:r>
              <a:rPr lang="en-IN" dirty="0"/>
              <a:t>- KPI creation</a:t>
            </a:r>
          </a:p>
          <a:p>
            <a:r>
              <a:rPr lang="en-IN" dirty="0"/>
              <a:t>- Business trend analysis</a:t>
            </a:r>
          </a:p>
          <a:p>
            <a:r>
              <a:rPr lang="en-IN" dirty="0"/>
              <a:t>- Power BI interactive dashboard</a:t>
            </a:r>
            <a:br>
              <a:rPr lang="en-IN" dirty="0"/>
            </a:br>
            <a:endParaRPr lang="en-IN" dirty="0"/>
          </a:p>
          <a:p>
            <a:r>
              <a:rPr lang="en-IN" dirty="0"/>
              <a:t>📌 </a:t>
            </a:r>
            <a:r>
              <a:rPr lang="en-IN" b="1" dirty="0"/>
              <a:t>Tools Used</a:t>
            </a:r>
            <a:br>
              <a:rPr lang="en-IN" b="1" dirty="0"/>
            </a:br>
            <a:endParaRPr lang="en-IN" dirty="0"/>
          </a:p>
          <a:p>
            <a:r>
              <a:rPr lang="en-US" dirty="0"/>
              <a:t>Python • Pandas • Power BI • Data Visualization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564665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4F625-139A-0807-4242-FC1B8CEB5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50DBA3-590F-7779-7DCD-BDE9672F0368}"/>
              </a:ext>
            </a:extLst>
          </p:cNvPr>
          <p:cNvSpPr txBox="1"/>
          <p:nvPr/>
        </p:nvSpPr>
        <p:spPr>
          <a:xfrm>
            <a:off x="265471" y="216310"/>
            <a:ext cx="35887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Task </a:t>
            </a:r>
            <a:r>
              <a:rPr lang="en-US" sz="2000"/>
              <a:t>– 4 </a:t>
            </a:r>
            <a:r>
              <a:rPr lang="en-US" sz="2000" dirty="0"/>
              <a:t>Summary :</a:t>
            </a:r>
            <a:endParaRPr lang="en-IN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335ED9-E6C7-9A40-D2BC-E16A339095D1}"/>
              </a:ext>
            </a:extLst>
          </p:cNvPr>
          <p:cNvSpPr txBox="1"/>
          <p:nvPr/>
        </p:nvSpPr>
        <p:spPr>
          <a:xfrm>
            <a:off x="3500284" y="810966"/>
            <a:ext cx="5191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A/B Testing &amp; Statistical Validation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C77ED33-9924-F4BA-0C4C-8830C29D7833}"/>
              </a:ext>
            </a:extLst>
          </p:cNvPr>
          <p:cNvSpPr txBox="1"/>
          <p:nvPr/>
        </p:nvSpPr>
        <p:spPr>
          <a:xfrm>
            <a:off x="432619" y="1892050"/>
            <a:ext cx="1108095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📌 </a:t>
            </a:r>
            <a:r>
              <a:rPr lang="en-IN" b="1" dirty="0"/>
              <a:t>Objective</a:t>
            </a:r>
            <a:br>
              <a:rPr lang="en-IN" b="1" dirty="0"/>
            </a:br>
            <a:endParaRPr lang="en-IN" dirty="0"/>
          </a:p>
          <a:p>
            <a:r>
              <a:rPr lang="en-US" dirty="0"/>
              <a:t>Evaluate whether a </a:t>
            </a:r>
            <a:r>
              <a:rPr lang="en-US" b="1" dirty="0"/>
              <a:t>new landing page increases conversion rate</a:t>
            </a:r>
            <a:r>
              <a:rPr lang="en-US" dirty="0"/>
              <a:t> using statistical testing.</a:t>
            </a:r>
          </a:p>
          <a:p>
            <a:endParaRPr lang="en-US" dirty="0"/>
          </a:p>
          <a:p>
            <a:r>
              <a:rPr lang="en-IN" dirty="0"/>
              <a:t>📌 </a:t>
            </a:r>
            <a:r>
              <a:rPr lang="en-IN" b="1" dirty="0"/>
              <a:t>Key Work</a:t>
            </a:r>
            <a:br>
              <a:rPr lang="en-IN" b="1" dirty="0"/>
            </a:br>
            <a:endParaRPr lang="en-IN" dirty="0"/>
          </a:p>
          <a:p>
            <a:r>
              <a:rPr lang="en-IN" dirty="0"/>
              <a:t>- Conversion rate analysis</a:t>
            </a:r>
          </a:p>
          <a:p>
            <a:r>
              <a:rPr lang="en-IN" dirty="0"/>
              <a:t>- Hypothesis formulation</a:t>
            </a:r>
          </a:p>
          <a:p>
            <a:r>
              <a:rPr lang="en-IN" dirty="0"/>
              <a:t>- Z-test for proportions</a:t>
            </a:r>
          </a:p>
          <a:p>
            <a:r>
              <a:rPr lang="en-IN" dirty="0"/>
              <a:t>- Business decision making</a:t>
            </a:r>
            <a:br>
              <a:rPr lang="en-IN" dirty="0"/>
            </a:br>
            <a:endParaRPr lang="en-IN" dirty="0"/>
          </a:p>
          <a:p>
            <a:r>
              <a:rPr lang="en-IN" dirty="0"/>
              <a:t>📌 </a:t>
            </a:r>
            <a:r>
              <a:rPr lang="en-IN" b="1" dirty="0"/>
              <a:t>Tools Used</a:t>
            </a:r>
            <a:br>
              <a:rPr lang="en-IN" b="1" dirty="0"/>
            </a:br>
            <a:endParaRPr lang="en-IN" dirty="0"/>
          </a:p>
          <a:p>
            <a:r>
              <a:rPr lang="en-IN" dirty="0"/>
              <a:t>Python • Statistics • Hypothesis Testing</a:t>
            </a:r>
          </a:p>
        </p:txBody>
      </p:sp>
    </p:spTree>
    <p:extLst>
      <p:ext uri="{BB962C8B-B14F-4D97-AF65-F5344CB8AC3E}">
        <p14:creationId xmlns:p14="http://schemas.microsoft.com/office/powerpoint/2010/main" val="622820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EC04C3-E667-2A70-2227-E694F5327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11476E-978B-FA87-A847-FDB3FA5B41FF}"/>
              </a:ext>
            </a:extLst>
          </p:cNvPr>
          <p:cNvSpPr txBox="1"/>
          <p:nvPr/>
        </p:nvSpPr>
        <p:spPr>
          <a:xfrm>
            <a:off x="629265" y="314632"/>
            <a:ext cx="28906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Skills Developed :</a:t>
            </a:r>
            <a:endParaRPr lang="en-IN" sz="2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38457AB-73B0-682F-F62F-CE496F4C099B}"/>
              </a:ext>
            </a:extLst>
          </p:cNvPr>
          <p:cNvSpPr txBox="1"/>
          <p:nvPr/>
        </p:nvSpPr>
        <p:spPr>
          <a:xfrm>
            <a:off x="757084" y="983226"/>
            <a:ext cx="4748981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- SQL Queries</a:t>
            </a:r>
          </a:p>
          <a:p>
            <a:r>
              <a:rPr lang="en-IN" dirty="0"/>
              <a:t>- Data Cleaning</a:t>
            </a:r>
          </a:p>
          <a:p>
            <a:r>
              <a:rPr lang="en-IN" dirty="0"/>
              <a:t>- Exploratory Data Analysis</a:t>
            </a:r>
          </a:p>
          <a:p>
            <a:r>
              <a:rPr lang="en-IN" dirty="0"/>
              <a:t>- Power BI Dashboard Development</a:t>
            </a:r>
          </a:p>
          <a:p>
            <a:r>
              <a:rPr lang="en-IN" dirty="0"/>
              <a:t>- A/B Testing</a:t>
            </a:r>
          </a:p>
          <a:p>
            <a:r>
              <a:rPr lang="en-IN" dirty="0"/>
              <a:t>- Hypothesis Testing</a:t>
            </a:r>
          </a:p>
          <a:p>
            <a:r>
              <a:rPr lang="en-IN" dirty="0"/>
              <a:t>- Data Storytelling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065B97-323F-AC30-36B3-F601E9380488}"/>
              </a:ext>
            </a:extLst>
          </p:cNvPr>
          <p:cNvSpPr txBox="1"/>
          <p:nvPr/>
        </p:nvSpPr>
        <p:spPr>
          <a:xfrm>
            <a:off x="629265" y="3283974"/>
            <a:ext cx="32348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Tools Used :</a:t>
            </a:r>
            <a:endParaRPr lang="en-IN" sz="2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BD8471-A6D1-2866-ECDA-030FDBA9AAFA}"/>
              </a:ext>
            </a:extLst>
          </p:cNvPr>
          <p:cNvSpPr txBox="1"/>
          <p:nvPr/>
        </p:nvSpPr>
        <p:spPr>
          <a:xfrm>
            <a:off x="757084" y="3864077"/>
            <a:ext cx="451300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- Python</a:t>
            </a:r>
          </a:p>
          <a:p>
            <a:r>
              <a:rPr lang="en-IN" dirty="0"/>
              <a:t>- Pandas</a:t>
            </a:r>
          </a:p>
          <a:p>
            <a:r>
              <a:rPr lang="en-IN" dirty="0"/>
              <a:t>- NumPy</a:t>
            </a:r>
          </a:p>
          <a:p>
            <a:r>
              <a:rPr lang="en-IN" dirty="0"/>
              <a:t>- Matplotlib</a:t>
            </a:r>
          </a:p>
          <a:p>
            <a:r>
              <a:rPr lang="en-IN" dirty="0"/>
              <a:t>- Seaborn</a:t>
            </a:r>
          </a:p>
          <a:p>
            <a:r>
              <a:rPr lang="en-IN" dirty="0"/>
              <a:t>- SQL</a:t>
            </a:r>
          </a:p>
          <a:p>
            <a:r>
              <a:rPr lang="en-IN" dirty="0"/>
              <a:t>- Power BI</a:t>
            </a:r>
          </a:p>
          <a:p>
            <a:r>
              <a:rPr lang="en-IN" dirty="0"/>
              <a:t>- </a:t>
            </a:r>
            <a:r>
              <a:rPr lang="en-IN" dirty="0" err="1"/>
              <a:t>Jupyter</a:t>
            </a:r>
            <a:r>
              <a:rPr lang="en-IN" dirty="0"/>
              <a:t> Notebook</a:t>
            </a:r>
          </a:p>
          <a:p>
            <a:r>
              <a:rPr lang="en-IN" dirty="0"/>
              <a:t>- GitHub</a:t>
            </a:r>
          </a:p>
        </p:txBody>
      </p:sp>
    </p:spTree>
    <p:extLst>
      <p:ext uri="{BB962C8B-B14F-4D97-AF65-F5344CB8AC3E}">
        <p14:creationId xmlns:p14="http://schemas.microsoft.com/office/powerpoint/2010/main" val="11146819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49</TotalTime>
  <Words>447</Words>
  <Application>Microsoft Office PowerPoint</Application>
  <PresentationFormat>Widescreen</PresentationFormat>
  <Paragraphs>69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Gill Sans MT</vt:lpstr>
      <vt:lpstr>Gallery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Naga Venkata Sasi Kumar Avala</dc:creator>
  <cp:lastModifiedBy>Siddardha Ch</cp:lastModifiedBy>
  <cp:revision>1</cp:revision>
  <dcterms:created xsi:type="dcterms:W3CDTF">2026-03-11T13:27:23Z</dcterms:created>
  <dcterms:modified xsi:type="dcterms:W3CDTF">2026-06-16T06:56:26Z</dcterms:modified>
</cp:coreProperties>
</file>